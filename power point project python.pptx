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51CC32B-FF9A-4AD5-AA32-39B7286A426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C15B-52F5-BD25-5D09-ED01C1CC0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8AC25-7675-BAEF-149A-090FDFF02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E3464-4DAD-BF46-6398-E8F7DD0F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2D53E-F156-4574-76D8-3949D6FB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6433C-8A43-0CC9-20EB-2AD2DE1F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4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21F4-DA5D-DE5D-9742-3790B7AA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F2115-65BD-F23C-FC7C-8636164FB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2A781-C88B-2944-88F4-E8529775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3912D-7A48-BD05-1ADB-E27B0AFB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96685-2758-940B-151D-47420C83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7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8BA7-FC8D-4FD1-1DC9-ACBD4AD0E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76900-2B54-B4F5-D2C2-48EAFFC64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4B486-7BA1-D847-F7D7-0CC2F7F8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ED885-60FB-80A1-D4A7-EE11E1F1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11ED9-8526-1AF7-AE5D-4723EE37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69A4-8525-7D64-F509-7B1F78E9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F2F88-C268-ECE4-8EF6-A30B3F415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6FAEF-E4AB-A6E6-1656-80148B915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B7273-6A7A-2FD0-9F27-31867B7C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3F915-EFDA-A583-FC35-B553B1BC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0C7AE-174A-A2A3-7AA3-A73162E41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3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AF0C-5B44-BF59-BA8C-20A168788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7CCB9-011E-91C9-FCD2-6179E588E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04750-986E-00DA-9D9B-1A9E127F2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5879E-5E35-C0E8-6CBE-492A4CAAD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3A0DA-5AD9-936C-88B2-E57ED43743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E0DF0-3B00-2D83-6DF2-54AA334E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2AF0A4-E875-406E-BD03-4BA0614C3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577F8-5C45-3EDA-52A6-2BF067C1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4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99FA-8478-38AD-DA79-05A025B9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AC422-7284-22C9-9ED1-9D3EF0E13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029E6-D77F-C844-218D-D36085FC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77AC1-ED72-FFFC-37FF-0215EBFB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2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6D1C19-72B5-E86C-035E-C41D61B6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E18945-FEAB-74C3-455B-2BFCFC13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C7348-E74F-585F-7820-59004F92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0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45FA-E7DB-B326-387B-9EB13452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FEAB0-EB63-7838-02D0-7DC4F917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B21A1-3E8A-2DC2-8EB4-BA68C6154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E4E80-A3D4-B5AA-CC23-3134B983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C126C-ADD8-D49B-A10C-862000D1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D2455-3BB9-94DB-A0CB-17FDAB71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09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9AB5-DEE9-D88F-430A-11ECC210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92599-8E1A-0F5A-3ABB-026260CC6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5CD13-9A62-981F-1ADD-6A4947505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90F52-D1A3-5FB4-08E0-D3A5D9CF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2FA43-FB35-92EA-EA64-7783EB55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BB1B1-4C57-6D91-FD67-0FC8820C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11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7744-DFD4-5DB6-FF90-9043A274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3DC93-3FDF-0354-3053-09E230AA1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479D4-189D-80E0-66C8-C64B1E234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64C52-875F-56FA-23A2-AFE0258D0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9EA06-1E03-9A86-9205-3FD5C1CD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11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E8CAD-3AFF-A785-517F-F9F623E99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00F3D-DF76-DD94-E159-7FA222326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CE53E-F1CB-018D-C02A-DD6715F2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D6E1A-EB70-BD8B-D85C-A23912A3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330E8-A5DF-6E5E-6279-1342D08E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9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753179-DE48-0A85-8ACB-CBB9009D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58D72-7270-4093-F2CF-32BD7A108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C9BF6-FE1D-F479-9DF6-44D27C3D6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39762-B92E-41AD-A5C2-FE22750695C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C4782-5910-6D34-DC88-B70560100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D03CF-407D-B40C-CF44-61CC9CA1A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BF1BF-4539-444D-B52C-AAEA85C88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0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FAD9-6E73-70B5-2B3D-19C582C4B5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EA54D-F6E8-E54B-842F-B57402342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Smart Restaurant Ordering System</a:t>
            </a:r>
          </a:p>
          <a:p>
            <a:r>
              <a:rPr lang="en-US" dirty="0"/>
              <a:t>A Simple, Fast, and Reliable Solution</a:t>
            </a:r>
          </a:p>
        </p:txBody>
      </p:sp>
    </p:spTree>
    <p:extLst>
      <p:ext uri="{BB962C8B-B14F-4D97-AF65-F5344CB8AC3E}">
        <p14:creationId xmlns:p14="http://schemas.microsoft.com/office/powerpoint/2010/main" val="2529708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8A59-ED4B-79DA-38E8-74FD1BB7D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restaurant comes with many daily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63AB-E817-9E36-1158-7E73A536F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mistakes</a:t>
            </a:r>
          </a:p>
          <a:p>
            <a:r>
              <a:rPr lang="en-US" dirty="0"/>
              <a:t>Slow service</a:t>
            </a:r>
          </a:p>
          <a:p>
            <a:r>
              <a:rPr lang="en-US" dirty="0"/>
              <a:t>Manual calculations</a:t>
            </a:r>
          </a:p>
          <a:p>
            <a:r>
              <a:rPr lang="en-US" dirty="0"/>
              <a:t>Customer dissatisfaction</a:t>
            </a:r>
          </a:p>
          <a:p>
            <a:r>
              <a:rPr lang="en-US" dirty="0"/>
              <a:t>Restaurants need a </a:t>
            </a:r>
            <a:r>
              <a:rPr lang="en-US" b="1" dirty="0"/>
              <a:t>simple and reliable system</a:t>
            </a:r>
            <a:r>
              <a:rPr lang="en-US" dirty="0"/>
              <a:t> to manage orders efficiently</a:t>
            </a:r>
          </a:p>
        </p:txBody>
      </p:sp>
    </p:spTree>
    <p:extLst>
      <p:ext uri="{BB962C8B-B14F-4D97-AF65-F5344CB8AC3E}">
        <p14:creationId xmlns:p14="http://schemas.microsoft.com/office/powerpoint/2010/main" val="10078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9288-55CC-1082-25CA-03AB7043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B8BF2-4783-B443-F3A4-AFBDF8F8B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use</a:t>
            </a:r>
          </a:p>
          <a:p>
            <a:r>
              <a:rPr lang="en-US" dirty="0"/>
              <a:t>Fast order processing</a:t>
            </a:r>
          </a:p>
          <a:p>
            <a:r>
              <a:rPr lang="en-US" dirty="0"/>
              <a:t>Accurate calculations</a:t>
            </a:r>
          </a:p>
          <a:p>
            <a:r>
              <a:rPr lang="en-US" dirty="0"/>
              <a:t>Suitable for small and medium restaurants</a:t>
            </a:r>
          </a:p>
          <a:p>
            <a:r>
              <a:rPr lang="en-US" dirty="0"/>
              <a:t>This system turns manual work into an </a:t>
            </a:r>
            <a:r>
              <a:rPr lang="en-US" b="1" dirty="0"/>
              <a:t>automated and organized 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0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A0855-9493-74BE-84D6-E01DBBDD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AD6FD-FB5E-1421-5A77-FA97F97A7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food menu</a:t>
            </a:r>
          </a:p>
          <a:p>
            <a:r>
              <a:rPr lang="en-US" dirty="0"/>
              <a:t>Easy item selection</a:t>
            </a:r>
          </a:p>
          <a:p>
            <a:r>
              <a:rPr lang="en-US" dirty="0"/>
              <a:t>Automatic total price calculation</a:t>
            </a:r>
          </a:p>
          <a:p>
            <a:r>
              <a:rPr lang="en-US" dirty="0"/>
              <a:t>Clear and readable final bill</a:t>
            </a:r>
          </a:p>
          <a:p>
            <a:r>
              <a:rPr lang="en-US" dirty="0"/>
              <a:t>User-friendly system interface</a:t>
            </a:r>
          </a:p>
          <a:p>
            <a:r>
              <a:rPr lang="en-US" dirty="0"/>
              <a:t>No technical background is required to use the system</a:t>
            </a:r>
          </a:p>
        </p:txBody>
      </p:sp>
    </p:spTree>
    <p:extLst>
      <p:ext uri="{BB962C8B-B14F-4D97-AF65-F5344CB8AC3E}">
        <p14:creationId xmlns:p14="http://schemas.microsoft.com/office/powerpoint/2010/main" val="974971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456C-27C6-C10F-CAA4-4494BB11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System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B275-887D-2EAF-4F56-24B38E9F0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customer selects food items</a:t>
            </a:r>
          </a:p>
          <a:p>
            <a:r>
              <a:rPr lang="en-US" dirty="0"/>
              <a:t>The system calculates the total cost</a:t>
            </a:r>
          </a:p>
          <a:p>
            <a:r>
              <a:rPr lang="en-US" dirty="0"/>
              <a:t>A final bill is generated instantly</a:t>
            </a:r>
          </a:p>
          <a:p>
            <a:r>
              <a:rPr lang="en-US" dirty="0"/>
              <a:t>Fast Accurate  Efficient</a:t>
            </a:r>
          </a:p>
        </p:txBody>
      </p:sp>
    </p:spTree>
    <p:extLst>
      <p:ext uri="{BB962C8B-B14F-4D97-AF65-F5344CB8AC3E}">
        <p14:creationId xmlns:p14="http://schemas.microsoft.com/office/powerpoint/2010/main" val="191933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E545-EEB3-5E57-D933-68881DB3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Our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098D7-91F4-4F4F-87EB-30B3E71CB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Saves time for staff and customers</a:t>
            </a:r>
          </a:p>
          <a:p>
            <a:r>
              <a:rPr lang="en-US" dirty="0"/>
              <a:t>Reduces human errors</a:t>
            </a:r>
          </a:p>
          <a:p>
            <a:r>
              <a:rPr lang="en-US" dirty="0"/>
              <a:t>Easy to learn and operate</a:t>
            </a:r>
          </a:p>
          <a:p>
            <a:r>
              <a:rPr lang="en-US" dirty="0"/>
              <a:t>Low cost solution</a:t>
            </a:r>
          </a:p>
          <a:p>
            <a:r>
              <a:rPr lang="en-US" dirty="0"/>
              <a:t>Improves restaurant workflow</a:t>
            </a:r>
          </a:p>
          <a:p>
            <a:r>
              <a:rPr lang="en-US" dirty="0"/>
              <a:t>A smart investment for any restaurant owner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49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B7B0-F526-DF64-8059-D02AB930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C4714-AABA-6103-8367-19B4AE5CC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example of what the restaurant staff will see:</a:t>
            </a:r>
          </a:p>
          <a:p>
            <a:r>
              <a:rPr lang="en-US" dirty="0"/>
              <a:t>Selected items</a:t>
            </a:r>
          </a:p>
          <a:p>
            <a:r>
              <a:rPr lang="en-US" dirty="0"/>
              <a:t>Quantities</a:t>
            </a:r>
          </a:p>
          <a:p>
            <a:r>
              <a:rPr lang="en-US" dirty="0"/>
              <a:t>Total price</a:t>
            </a:r>
          </a:p>
          <a:p>
            <a:r>
              <a:rPr lang="en-US" dirty="0"/>
              <a:t>Clear confirmation message</a:t>
            </a:r>
          </a:p>
          <a:p>
            <a:r>
              <a:rPr lang="en-US" dirty="0"/>
              <a:t>Simple, clean, and practical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92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A6D1-34FB-545C-59AB-01119540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071CB-CB70-B516-C91B-F35BB4897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system is scalable and can be enhanced by adding:</a:t>
            </a:r>
          </a:p>
          <a:p>
            <a:r>
              <a:rPr lang="en-US" dirty="0"/>
              <a:t>Online payment integration</a:t>
            </a:r>
          </a:p>
          <a:p>
            <a:r>
              <a:rPr lang="en-US" dirty="0"/>
              <a:t>Customer order history</a:t>
            </a:r>
          </a:p>
          <a:p>
            <a:r>
              <a:rPr lang="en-US" dirty="0"/>
              <a:t>Database support</a:t>
            </a:r>
          </a:p>
          <a:p>
            <a:r>
              <a:rPr lang="en-US" dirty="0"/>
              <a:t>Admin 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73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99A3-242A-6060-1750-A51C04B3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93E4B-C72C-0B9D-3053-7449701D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practical and reliable restaurant system</a:t>
            </a:r>
          </a:p>
          <a:p>
            <a:r>
              <a:rPr lang="en-US" dirty="0"/>
              <a:t>Improves speed and accuracy</a:t>
            </a:r>
          </a:p>
          <a:p>
            <a:r>
              <a:rPr lang="en-US" dirty="0"/>
              <a:t>Easy to use and deploy</a:t>
            </a:r>
          </a:p>
          <a:p>
            <a:r>
              <a:rPr lang="en-US" dirty="0"/>
              <a:t>Designed to meet real restaurant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16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224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Title</vt:lpstr>
      <vt:lpstr>Running a restaurant comes with many daily challenges</vt:lpstr>
      <vt:lpstr>Our Solution</vt:lpstr>
      <vt:lpstr>Key Features</vt:lpstr>
      <vt:lpstr>How the System Works</vt:lpstr>
      <vt:lpstr>Why Choose Our System</vt:lpstr>
      <vt:lpstr>Sample Output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Abdelbaset Moustafa</dc:creator>
  <cp:lastModifiedBy>Ahmed Abdelbaset Moustafa</cp:lastModifiedBy>
  <cp:revision>1</cp:revision>
  <dcterms:created xsi:type="dcterms:W3CDTF">2026-01-02T15:53:57Z</dcterms:created>
  <dcterms:modified xsi:type="dcterms:W3CDTF">2026-01-02T15:55:22Z</dcterms:modified>
</cp:coreProperties>
</file>